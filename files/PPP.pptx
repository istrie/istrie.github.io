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Slab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3e2f67aa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3e2f67aa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3e2f67aa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3e2f67aa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3e2f67aa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3e2f67aa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3e2f67aa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3e2f67aa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3e2f67aa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3e2f67aa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9900"/>
                </a:solidFill>
              </a:rPr>
              <a:t>P</a:t>
            </a:r>
            <a:r>
              <a:rPr lang="fr"/>
              <a:t>rojet </a:t>
            </a:r>
            <a:r>
              <a:rPr lang="fr">
                <a:solidFill>
                  <a:srgbClr val="FF9900"/>
                </a:solidFill>
              </a:rPr>
              <a:t>P</a:t>
            </a:r>
            <a:r>
              <a:rPr lang="fr"/>
              <a:t>ersonnel </a:t>
            </a:r>
            <a:r>
              <a:rPr lang="fr">
                <a:solidFill>
                  <a:srgbClr val="FF9900"/>
                </a:solidFill>
              </a:rPr>
              <a:t>P</a:t>
            </a:r>
            <a:r>
              <a:rPr lang="fr"/>
              <a:t>rofessionnel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Pentester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2224200" y="3906625"/>
            <a:ext cx="46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M1 Architecture Système et Réseau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Carpentier Lilian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ctrTitle"/>
          </p:nvPr>
        </p:nvSpPr>
        <p:spPr>
          <a:xfrm>
            <a:off x="1680300" y="465750"/>
            <a:ext cx="5783400" cy="13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9900"/>
                </a:solidFill>
              </a:rPr>
              <a:t>M</a:t>
            </a:r>
            <a:r>
              <a:rPr lang="fr"/>
              <a:t>obilité international</a:t>
            </a:r>
            <a:endParaRPr/>
          </a:p>
        </p:txBody>
      </p: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1680300" y="2414325"/>
            <a:ext cx="5783400" cy="15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</a:t>
            </a:r>
            <a:r>
              <a:rPr lang="fr"/>
              <a:t>changes</a:t>
            </a:r>
            <a:r>
              <a:rPr lang="fr"/>
              <a:t> Erasmus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Angleterre (Birmingham)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Belgique (NAmur)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2224200" y="3906625"/>
            <a:ext cx="46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M1 Architecture Système et Réseau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Carpentier Lilian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ctrTitle"/>
          </p:nvPr>
        </p:nvSpPr>
        <p:spPr>
          <a:xfrm>
            <a:off x="1680300" y="465750"/>
            <a:ext cx="5783400" cy="13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9900"/>
                </a:solidFill>
              </a:rPr>
              <a:t>M</a:t>
            </a:r>
            <a:r>
              <a:rPr lang="fr"/>
              <a:t>obilité international</a:t>
            </a:r>
            <a:endParaRPr/>
          </a:p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1680300" y="2414325"/>
            <a:ext cx="5783400" cy="15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Césure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Stage à l’étranger -&gt; Pays-Bas, Norvège, Japon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2224200" y="3906625"/>
            <a:ext cx="46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M1 Architecture Système et Réseau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Carpentier Lilian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ctrTitle"/>
          </p:nvPr>
        </p:nvSpPr>
        <p:spPr>
          <a:xfrm>
            <a:off x="1680300" y="465750"/>
            <a:ext cx="5783400" cy="13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9900"/>
                </a:solidFill>
              </a:rPr>
              <a:t>T</a:t>
            </a:r>
            <a:r>
              <a:rPr lang="fr"/>
              <a:t>LS-SEC</a:t>
            </a:r>
            <a:endParaRPr/>
          </a:p>
        </p:txBody>
      </p:sp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1680300" y="2414325"/>
            <a:ext cx="5783400" cy="15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métiers de la cybersécurité: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pentester, malware analyste, …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2224200" y="3906625"/>
            <a:ext cx="46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M1 Architecture Système et Réseau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Carpentier Lilian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subTitle"/>
          </p:nvPr>
        </p:nvSpPr>
        <p:spPr>
          <a:xfrm>
            <a:off x="1680302" y="701675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Musicien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2224200" y="3906625"/>
            <a:ext cx="46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M1 Architecture Système et Réseau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Carpentier Lilian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2281200" y="1720450"/>
            <a:ext cx="4581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Guitare, piano,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composition numérique, …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idx="1" type="subTitle"/>
          </p:nvPr>
        </p:nvSpPr>
        <p:spPr>
          <a:xfrm>
            <a:off x="1680302" y="701675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Conception de matériel </a:t>
            </a:r>
            <a:r>
              <a:rPr lang="fr"/>
              <a:t>électronique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2224200" y="3906625"/>
            <a:ext cx="46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M1 Architecture Système et Réseau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Carpentier Lilian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2281200" y="1720450"/>
            <a:ext cx="4581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carte, puces, …</a:t>
            </a:r>
            <a:r>
              <a:rPr lang="f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